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719"/>
  </p:normalViewPr>
  <p:slideViewPr>
    <p:cSldViewPr snapToGrid="0">
      <p:cViewPr>
        <p:scale>
          <a:sx n="78" d="100"/>
          <a:sy n="78" d="100"/>
        </p:scale>
        <p:origin x="308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1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4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1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8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2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7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4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4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71374-B804-8E44-80FA-1FBA5BAEBE42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2967F-9636-C340-9CE8-48148A429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7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104BB-3AEA-DBF1-A6BA-BC3A0904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1228DD83-07B6-9625-8E5D-C71205360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782" y="7958238"/>
            <a:ext cx="5897880" cy="114488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A51C7C7-0ADD-7198-A49B-D3BD13A80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3667"/>
          <a:stretch>
            <a:fillRect/>
          </a:stretch>
        </p:blipFill>
        <p:spPr>
          <a:xfrm>
            <a:off x="891797" y="4986120"/>
            <a:ext cx="5349240" cy="307879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7776237-D08C-307D-1506-AD090D749C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0895"/>
          <a:stretch>
            <a:fillRect/>
          </a:stretch>
        </p:blipFill>
        <p:spPr>
          <a:xfrm>
            <a:off x="424782" y="3368272"/>
            <a:ext cx="1898759" cy="2400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699BBBA-4E88-97C0-F55E-C02C6D4055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895"/>
          <a:stretch>
            <a:fillRect/>
          </a:stretch>
        </p:blipFill>
        <p:spPr>
          <a:xfrm>
            <a:off x="535337" y="-428050"/>
            <a:ext cx="1898759" cy="24003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E962E4E-B4BB-91C6-0472-812E711D7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970" t="-331" r="27941" b="86646"/>
          <a:stretch>
            <a:fillRect/>
          </a:stretch>
        </p:blipFill>
        <p:spPr>
          <a:xfrm>
            <a:off x="2323541" y="4512333"/>
            <a:ext cx="3237580" cy="61425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3C592C5-5ED0-A013-6A06-68B74CBB1B49}"/>
              </a:ext>
            </a:extLst>
          </p:cNvPr>
          <p:cNvGrpSpPr/>
          <p:nvPr/>
        </p:nvGrpSpPr>
        <p:grpSpPr>
          <a:xfrm>
            <a:off x="973422" y="1086528"/>
            <a:ext cx="5422787" cy="3182069"/>
            <a:chOff x="1297896" y="1313234"/>
            <a:chExt cx="7230382" cy="424275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9C3901A-2E71-E020-94F1-676B3227A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10770"/>
            <a:stretch>
              <a:fillRect/>
            </a:stretch>
          </p:blipFill>
          <p:spPr>
            <a:xfrm>
              <a:off x="1297896" y="1313234"/>
              <a:ext cx="7132320" cy="4242759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45459B-FAC7-1FDC-DFA6-F55AB053946E}"/>
                </a:ext>
              </a:extLst>
            </p:cNvPr>
            <p:cNvSpPr/>
            <p:nvPr/>
          </p:nvSpPr>
          <p:spPr>
            <a:xfrm>
              <a:off x="6301376" y="1313234"/>
              <a:ext cx="2226902" cy="376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B32F28CE-C1F3-8D3A-DECC-0465FF91B5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612" t="442" r="30301" b="86754"/>
          <a:stretch>
            <a:fillRect/>
          </a:stretch>
        </p:blipFill>
        <p:spPr>
          <a:xfrm>
            <a:off x="2872181" y="697233"/>
            <a:ext cx="2553239" cy="55760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1E3640C-D545-9C59-4CE3-44FF9263EB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70667" t="12572" b="82781"/>
          <a:stretch>
            <a:fillRect/>
          </a:stretch>
        </p:blipFill>
        <p:spPr>
          <a:xfrm>
            <a:off x="3711424" y="524916"/>
            <a:ext cx="1424963" cy="1504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A92FF54-A448-0594-80C5-144618EE3F80}"/>
              </a:ext>
            </a:extLst>
          </p:cNvPr>
          <p:cNvSpPr txBox="1"/>
          <p:nvPr/>
        </p:nvSpPr>
        <p:spPr>
          <a:xfrm>
            <a:off x="741088" y="1636915"/>
            <a:ext cx="4042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EC5C-A50C-3EA8-E732-38D8569EE6C1}"/>
              </a:ext>
            </a:extLst>
          </p:cNvPr>
          <p:cNvSpPr txBox="1"/>
          <p:nvPr/>
        </p:nvSpPr>
        <p:spPr>
          <a:xfrm>
            <a:off x="741088" y="5376157"/>
            <a:ext cx="914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388377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4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Weiss  Merlin</dc:creator>
  <cp:lastModifiedBy>Weiss  Merlin</cp:lastModifiedBy>
  <cp:revision>3</cp:revision>
  <dcterms:created xsi:type="dcterms:W3CDTF">2025-08-28T13:34:48Z</dcterms:created>
  <dcterms:modified xsi:type="dcterms:W3CDTF">2025-08-29T09:26:07Z</dcterms:modified>
</cp:coreProperties>
</file>