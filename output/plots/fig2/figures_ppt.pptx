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7" r:id="rId2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71"/>
    <p:restoredTop sz="94719"/>
  </p:normalViewPr>
  <p:slideViewPr>
    <p:cSldViewPr snapToGrid="0">
      <p:cViewPr>
        <p:scale>
          <a:sx n="52" d="100"/>
          <a:sy n="52" d="100"/>
        </p:scale>
        <p:origin x="2040" y="1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1374-B804-8E44-80FA-1FBA5BAEBE42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967F-9636-C340-9CE8-48148A429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127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1374-B804-8E44-80FA-1FBA5BAEBE42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967F-9636-C340-9CE8-48148A429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8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1374-B804-8E44-80FA-1FBA5BAEBE42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967F-9636-C340-9CE8-48148A429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883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1374-B804-8E44-80FA-1FBA5BAEBE42}" type="datetimeFigureOut">
              <a:rPr lang="en-US" smtClean="0"/>
              <a:t>8/29/25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967F-9636-C340-9CE8-48148A429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451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1374-B804-8E44-80FA-1FBA5BAEBE42}" type="datetimeFigureOut">
              <a:rPr lang="en-US" smtClean="0"/>
              <a:t>8/29/25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967F-9636-C340-9CE8-48148A429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88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1374-B804-8E44-80FA-1FBA5BAEBE42}" type="datetimeFigureOut">
              <a:rPr lang="en-US" smtClean="0"/>
              <a:t>8/29/25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967F-9636-C340-9CE8-48148A429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124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1374-B804-8E44-80FA-1FBA5BAEBE42}" type="datetimeFigureOut">
              <a:rPr lang="en-US" smtClean="0"/>
              <a:t>8/29/25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967F-9636-C340-9CE8-48148A429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63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1374-B804-8E44-80FA-1FBA5BAEBE42}" type="datetimeFigureOut">
              <a:rPr lang="en-US" smtClean="0"/>
              <a:t>8/29/25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967F-9636-C340-9CE8-48148A429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664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1374-B804-8E44-80FA-1FBA5BAEBE42}" type="datetimeFigureOut">
              <a:rPr lang="en-US" smtClean="0"/>
              <a:t>8/29/25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967F-9636-C340-9CE8-48148A429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329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1374-B804-8E44-80FA-1FBA5BAEBE42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967F-9636-C340-9CE8-48148A429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006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0" y="486833"/>
            <a:ext cx="35052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0" y="486833"/>
            <a:ext cx="103124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1374-B804-8E44-80FA-1FBA5BAEBE42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967F-9636-C340-9CE8-48148A429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219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B71374-B804-8E44-80FA-1FBA5BAEBE42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2967F-9636-C340-9CE8-48148A429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04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104BB-3AEA-DBF1-A6BA-BC3A0904D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raphic 32">
            <a:extLst>
              <a:ext uri="{FF2B5EF4-FFF2-40B4-BE49-F238E27FC236}">
                <a16:creationId xmlns:a16="http://schemas.microsoft.com/office/drawing/2014/main" id="{957A9EBF-F802-B791-4E85-AE10A2DA2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06" y="1626667"/>
            <a:ext cx="8001000" cy="640080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4A778BD4-3104-D66F-1EF1-07E41DEF7D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18538" y="1714643"/>
            <a:ext cx="8001000" cy="64008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9E09A220-BBD0-D00D-34A9-376F2E3993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" r="-4066" b="81381"/>
          <a:stretch>
            <a:fillRect/>
          </a:stretch>
        </p:blipFill>
        <p:spPr>
          <a:xfrm>
            <a:off x="9450526" y="726063"/>
            <a:ext cx="6397158" cy="915648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DE2E2C6C-D4BC-4523-6B30-53BB48648A6E}"/>
              </a:ext>
            </a:extLst>
          </p:cNvPr>
          <p:cNvSpPr txBox="1"/>
          <p:nvPr/>
        </p:nvSpPr>
        <p:spPr>
          <a:xfrm>
            <a:off x="578107" y="860720"/>
            <a:ext cx="5613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a.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9592B7-5139-B124-0C76-C761AFE81937}"/>
              </a:ext>
            </a:extLst>
          </p:cNvPr>
          <p:cNvSpPr txBox="1"/>
          <p:nvPr/>
        </p:nvSpPr>
        <p:spPr>
          <a:xfrm>
            <a:off x="8592143" y="860721"/>
            <a:ext cx="561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b.</a:t>
            </a:r>
          </a:p>
        </p:txBody>
      </p:sp>
    </p:spTree>
    <p:extLst>
      <p:ext uri="{BB962C8B-B14F-4D97-AF65-F5344CB8AC3E}">
        <p14:creationId xmlns:p14="http://schemas.microsoft.com/office/powerpoint/2010/main" val="3883774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</TotalTime>
  <Words>4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Weiss  Merlin</dc:creator>
  <cp:lastModifiedBy>Weiss  Merlin</cp:lastModifiedBy>
  <cp:revision>4</cp:revision>
  <dcterms:created xsi:type="dcterms:W3CDTF">2025-08-28T13:34:48Z</dcterms:created>
  <dcterms:modified xsi:type="dcterms:W3CDTF">2025-08-29T13:08:48Z</dcterms:modified>
</cp:coreProperties>
</file>